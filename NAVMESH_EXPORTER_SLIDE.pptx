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256032"/>
            <a:ext cx="64008" cy="822960"/>
          </a:xfrm>
          <a:prstGeom prst="rect">
            <a:avLst/>
          </a:prstGeom>
          <a:solidFill>
            <a:srgbClr val="2B5B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A1A2E"/>
                </a:solidFill>
                <a:latin typeface="맑은 고딕"/>
              </a:rPr>
              <a:t>NavMesh / Map 데이터 익스포터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713232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맑은 고딕"/>
              </a:rPr>
              <a:t>GW2_Client  Assets/Editor  —  Unity 씬 데이터를 C++ 서버용 파일로 직접 변환하는 Editor Tool 파이프라인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" y="1051560"/>
            <a:ext cx="11548872" cy="0"/>
          </a:xfrm>
          <a:prstGeom prst="line">
            <a:avLst/>
          </a:prstGeom>
          <a:ln w="9525">
            <a:solidFill>
              <a:srgbClr val="D0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20040" y="1170432"/>
            <a:ext cx="54864" cy="87782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4" y="1170432"/>
            <a:ext cx="5522976" cy="877824"/>
          </a:xfrm>
          <a:prstGeom prst="rect">
            <a:avLst/>
          </a:prstGeom>
          <a:solidFill>
            <a:srgbClr val="EAF3FF"/>
          </a:solidFill>
          <a:ln w="635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" y="1216152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4472C4"/>
                </a:solidFill>
                <a:latin typeface="맑은 고딕"/>
              </a:rPr>
              <a:t>①  NavmeshJsonExporter  —  삼각형 메시 → JSON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1435608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NavMesh.CalculateTriangulation()  →  vertices[][3] + indices[] 배열 직렬화
출력: Assets/NavMeshExport/navmesh.json  (메뉴: Tools/Export/Export NavMesh to JSON)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103120"/>
            <a:ext cx="54864" cy="87782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904" y="2103120"/>
            <a:ext cx="5522976" cy="877824"/>
          </a:xfrm>
          <a:prstGeom prst="rect">
            <a:avLst/>
          </a:prstGeom>
          <a:solidFill>
            <a:srgbClr val="EAFFF0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" y="2148840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AD47"/>
                </a:solidFill>
                <a:latin typeface="맑은 고딕"/>
              </a:rPr>
              <a:t>②  NavGridBinExporter  —  격자 보행가능 맵 → BIN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2368296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cellSize(기본 0.5) 단위로 맵 전체 격자 분할  →  각 셀 중심에 Raycast + NavMesh.SamplePosition
출력: navgrid.bin  (MAGIC NRGD  헤더 + walkable byte[] 배열)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35808"/>
            <a:ext cx="54864" cy="877824"/>
          </a:xfrm>
          <a:prstGeom prst="rect">
            <a:avLst/>
          </a:prstGeom>
          <a:solidFill>
            <a:srgbClr val="F0C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74904" y="3035808"/>
            <a:ext cx="5522976" cy="877824"/>
          </a:xfrm>
          <a:prstGeom prst="rect">
            <a:avLst/>
          </a:prstGeom>
          <a:solidFill>
            <a:srgbClr val="FFFBCC"/>
          </a:solidFill>
          <a:ln w="6350"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" y="3081528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0C030"/>
                </a:solidFill>
                <a:latin typeface="맑은 고딕"/>
              </a:rPr>
              <a:t>③  LaneMapExporter  —  Tilemap 레인 구역 → BIN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" y="3300984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Top / Mid / Bot Tilemap 오브젝트 → 셀별 laneId(1/2/3) 매핑  (navgrid.bin 스펙 공유)
출력: laneMap.bin  (MAGIC LNMP  + byte[W×H])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968496"/>
            <a:ext cx="54864" cy="87782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4" y="3968496"/>
            <a:ext cx="5522976" cy="877824"/>
          </a:xfrm>
          <a:prstGeom prst="rect">
            <a:avLst/>
          </a:prstGeom>
          <a:solidFill>
            <a:srgbClr val="FFF0E0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" y="4014216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7E22"/>
                </a:solidFill>
                <a:latin typeface="맑은 고딕"/>
              </a:rPr>
              <a:t>④  LaneRouteExporter  —  웨이포인트 경로 → 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" y="4233672"/>
            <a:ext cx="53949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A1A2E"/>
                </a:solidFill>
                <a:latin typeface="맑은 고딕"/>
              </a:rPr>
              <a:t>LaneWaypoint 씬 오브젝트 수집 (WP_0, WP_1… 이름 순 정렬)  →  laneId + waypoints[] 직렬화
출력: laneRoutes.json  (메뉴: Tools/Lane/Lane Route Exporter)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901184"/>
            <a:ext cx="5577840" cy="566928"/>
          </a:xfrm>
          <a:prstGeom prst="rect">
            <a:avLst/>
          </a:prstGeom>
          <a:solidFill>
            <a:srgbClr val="F6F8FA"/>
          </a:solidFill>
          <a:ln w="15240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992624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Unity NavMesh Bake  →  Editor Tool 실행  →  Assets/NavMeshExport/  →  C++ 서버 로드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53328" y="1170432"/>
            <a:ext cx="5815584" cy="1627632"/>
          </a:xfrm>
          <a:prstGeom prst="rect">
            <a:avLst/>
          </a:prstGeom>
          <a:solidFill>
            <a:srgbClr val="F6F8FA"/>
          </a:solidFill>
          <a:ln w="1524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44768" y="1225296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70AD47"/>
                </a:solidFill>
                <a:latin typeface="맑은 고딕"/>
              </a:rPr>
              <a:t>navgrid.bin  바이너리 레이아웃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4768" y="1463040"/>
            <a:ext cx="563270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MAGIC   uint32   0x4E524744  ("NRGD")
VERSION uint32   1
width   int32    격자 X 셀 수
height  int32    격자 Z 셀 수
cellSize float   셀 크기 (기본 0.5 m)
origin  float[3] 격자 시작 좌표 (x, y, z)
data    byte[]   walkable 플래그  (1=가능, 0=불가)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53328" y="2880360"/>
            <a:ext cx="581558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A1A2E"/>
                </a:solidFill>
                <a:latin typeface="맑은 고딕"/>
              </a:rPr>
              <a:t>도구별 출력 파일 요약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6053328" y="3182112"/>
          <a:ext cx="5815584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188720"/>
                <a:gridCol w="1463040"/>
                <a:gridCol w="1426464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도구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출력 파일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포함 데이터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1A1A2E"/>
                          </a:solidFill>
                          <a:latin typeface="맑은 고딕"/>
                        </a:rPr>
                        <a:t>서버 활용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NavmeshJsonExporter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navmesh.json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삼각형 정점/인덱스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서버 충돌·가시성 계산</a:t>
                      </a:r>
                    </a:p>
                  </a:txBody>
                  <a:tcPr>
                    <a:solidFill>
                      <a:srgbClr val="DBEA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NavGridBinExporter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navgrid.bin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walkable 격자 맵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서버 A* / 경로 탐색</a:t>
                      </a:r>
                    </a:p>
                  </a:txBody>
                  <a:tcPr>
                    <a:solidFill>
                      <a:srgbClr val="DBFFE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LaneMapExporter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laneMap.bin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레인별 셀 ID 배열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미니언 소환 구역 판단</a:t>
                      </a:r>
                    </a:p>
                  </a:txBody>
                  <a:tcPr>
                    <a:solidFill>
                      <a:srgbClr val="FFFBCC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LaneRouteExporter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laneRoutes.json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레인 웨이포인트 목록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1A1A2E"/>
                          </a:solidFill>
                          <a:latin typeface="맑은 고딕"/>
                        </a:rPr>
                        <a:t>미니언 이동 경로 지정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</a:tr>
            </a:tbl>
          </a:graphicData>
        </a:graphic>
      </p:graphicFrame>
      <p:sp>
        <p:nvSpPr>
          <p:cNvPr id="30" name="Rectangle 29"/>
          <p:cNvSpPr/>
          <p:nvPr/>
        </p:nvSpPr>
        <p:spPr>
          <a:xfrm>
            <a:off x="6053328" y="5138928"/>
            <a:ext cx="5815584" cy="694944"/>
          </a:xfrm>
          <a:prstGeom prst="rect">
            <a:avLst/>
          </a:prstGeom>
          <a:solidFill>
            <a:srgbClr val="FFFBCC"/>
          </a:solidFill>
          <a:ln w="15240">
            <a:solidFill>
              <a:srgbClr val="F0C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44768" y="5193792"/>
            <a:ext cx="563270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0C030"/>
                </a:solidFill>
                <a:latin typeface="맑은 고딕"/>
              </a:rPr>
              <a:t>NavGridBinExporter  Bounds 결정 우선순위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5431536"/>
            <a:ext cx="56327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2E"/>
                </a:solidFill>
                <a:latin typeface="맑은 고딕"/>
              </a:rPr>
              <a:t>① Manual Bounds 지정  →  직접 Min/Max 입력
② Map Root GameObject  →  자식 Renderer 전체 Encapsulate
③ NavMesh 자동  →  CalculateTriangulation() 정점 범위 (기본값)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053328"/>
            <a:ext cx="11548872" cy="594360"/>
          </a:xfrm>
          <a:prstGeom prst="rect">
            <a:avLst/>
          </a:prstGeom>
          <a:solidFill>
            <a:srgbClr val="EFF4FF"/>
          </a:solidFill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6053328"/>
            <a:ext cx="96012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61722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</a:rPr>
              <a:t>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6117336"/>
            <a:ext cx="10332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A1A2E"/>
                </a:solidFill>
                <a:latin typeface="맑은 고딕"/>
              </a:rPr>
              <a:t>Unity NavMesh.CalculateTriangulation() 로 얻은 삼각형 데이터를 서버가 직접 읽을 수 있는 JSON/BIN 포맷으로 변환. 격자(Grid) 방식으로 이중 저장해 A* 탐색 성능 최적화. laneMap + laneRoute 로 미니언 소환·이동 로직을 서버에서 완전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