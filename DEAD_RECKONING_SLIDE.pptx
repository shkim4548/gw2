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64008" cy="82296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맑은 고딕"/>
              </a:rPr>
              <a:t>클라이언트 예측 &amp; 추측항법 (Dead Reckoning)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GW2 C++ 서버  ↔  Unity 클라이언트  —  100ms 브로드캐스트 기반 위치 동기화 전략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051560"/>
            <a:ext cx="11548872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170432"/>
            <a:ext cx="54864" cy="7863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170432"/>
            <a:ext cx="5522976" cy="786384"/>
          </a:xfrm>
          <a:prstGeom prst="rect">
            <a:avLst/>
          </a:prstGeom>
          <a:solidFill>
            <a:srgbClr val="EAF3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216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472C4"/>
                </a:solidFill>
                <a:latin typeface="맑은 고딕"/>
              </a:rPr>
              <a:t>①  클라이언트 예측  —  내 플레이어 (MyPlayerController)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435608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클릭 즉시 NavMesh.CalculatePath()로 로컬 경로 계산 → 서버 응답 전 즉각 이동 시작
CorrectPosition()  Lerp(speed=1.0)  ·  오차 &lt; 0.01f → 즉시 Snap  ·  NavMeshAgent.updatePosition=false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11680"/>
            <a:ext cx="54864" cy="78638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" y="2011680"/>
            <a:ext cx="5522976" cy="786384"/>
          </a:xfrm>
          <a:prstGeom prst="rect">
            <a:avLst/>
          </a:prstGeom>
          <a:solidFill>
            <a:srgbClr val="EAFFF0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0574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AD47"/>
                </a:solidFill>
                <a:latin typeface="맑은 고딕"/>
              </a:rPr>
              <a:t>②  위치 보간  —  원격 플레이어 (PlayerController)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276856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S_MOVE(목적지 PosInfo, Yaw) 수신 → MoveTowards(_remoteSpeed=12.0)로 매 프레임 추종
Slerp(speed=10.0) 회전 보간  ·  GetGroundY() NavMesh Y 보정으로 지형 고저차 처리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52928"/>
            <a:ext cx="54864" cy="786384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" y="2852928"/>
            <a:ext cx="5522976" cy="786384"/>
          </a:xfrm>
          <a:prstGeom prst="rect">
            <a:avLst/>
          </a:prstGeom>
          <a:solidFill>
            <a:srgbClr val="FFFBCC"/>
          </a:solidFill>
          <a:ln w="635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8986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③  스냅 보정  —  미니언 (MinionController)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3118104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서버 제공 navPath 웨이포인트 순서대로 이동  ·  이동 중 Lerp 완전 비활성화 (진동 방지)
오차 ≥ 5.0f → 즉시 Snap + FindNearestForwardWaypointIndex()로 경로 역행 방지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94176"/>
            <a:ext cx="54864" cy="78638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3694176"/>
            <a:ext cx="5522976" cy="786384"/>
          </a:xfrm>
          <a:prstGeom prst="rect">
            <a:avLst/>
          </a:prstGeom>
          <a:solidFill>
            <a:srgbClr val="FFF0E0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73989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  <a:latin typeface="맑은 고딕"/>
              </a:rPr>
              <a:t>④  서버 브로드캐스트  —  100ms / 10Hz  (Object.cpp)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9593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MOVE_BROADCAST_INTERVAL=0.1f  ·  C_MOVE 수신 시 MarkForceBroadcastMove() → 즉시 전파
S_MOVE: 목적지 좌표 + Yaw 전송 (현재 위치 X)  ·  S_MOVE_END: 이동 완료 시 최종 위치 확정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535424"/>
            <a:ext cx="5577840" cy="603504"/>
          </a:xfrm>
          <a:prstGeom prst="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26864"/>
            <a:ext cx="5394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클릭  →  StartMovePrediction() + C_MOVE(start, target, clientTime)  →  서버 pathfind  →  S_MOVE 100ms 브로드캐스트  →  CorrectPosition() / InterpolateToServerPosition()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1170432"/>
            <a:ext cx="5815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엔티티별 보정 전략 비교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53328" y="1463040"/>
          <a:ext cx="5815584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371600"/>
                <a:gridCol w="1700784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임계값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특이사항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내 플레이어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NavMesh 예측
+ Lerp 보정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Lerp speed=1.0
Snap &lt; 0.01f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NavMeshAgent
updatePosition=false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원격 플레이어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MoveTowards
+ Slerp 보간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speed=12.0
rot speed=10.0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NavMesh Y 보정
GetGroundY()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미니언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서버 navPath
+ Snap 보정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Snap ≥ 5.0f
threshold=2.5f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이동 중 Lerp
비활성화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053328" y="3493008"/>
            <a:ext cx="5815584" cy="914400"/>
          </a:xfrm>
          <a:prstGeom prst="rect">
            <a:avLst/>
          </a:prstGeom>
          <a:solidFill>
            <a:srgbClr val="F6F8FA"/>
          </a:solidFill>
          <a:ln w="1524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3547872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472C4"/>
                </a:solidFill>
                <a:latin typeface="맑은 고딕"/>
              </a:rPr>
              <a:t>패킷 구조 (C_MOVE / S_MOVE / S_MOVE_END)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3785616"/>
            <a:ext cx="56327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C_MOVE  →  StartPos(x,y,z)  +  TargetPos(x,y,z)  +  ClientTime(ms)
S_MOVE  →  PosInfo(목적지 x,z)  +  Yaw  +  MoveState(RUN/IDLE)
S_MOVE_END  →  PosInfo(최종 확정 x,y,z)  +  MoveState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4498848"/>
            <a:ext cx="5815584" cy="914400"/>
          </a:xfrm>
          <a:prstGeom prst="rect">
            <a:avLst/>
          </a:prstGeom>
          <a:solidFill>
            <a:srgbClr val="FFFBCC"/>
          </a:solidFill>
          <a:ln w="1524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4553712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공격 범위 Lag 보상 (ClientPacketHandler)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91456"/>
            <a:ext cx="56327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effectiveRange = attackRange + 2.0f  (스킬 ID=1 기준)
근거: 이동속도 12 unit/s × RTT 50ms ≈ 0.6 unit  →  안전 마진 포함 +2.0f
클라이언트에서 범위 내로 보여도 서버에서 범위 밖일 수 있는 lag 오차 보정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53328"/>
            <a:ext cx="11548872" cy="594360"/>
          </a:xfrm>
          <a:prstGeom prst="rect">
            <a:avLst/>
          </a:prstGeom>
          <a:solidFill>
            <a:srgbClr val="EFF4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6053328"/>
            <a:ext cx="9601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6172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11733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서버는 목적지만 전송(현재 위치 X) → 클라이언트가 NavMesh 예측으로 입력 즉응. 미니언은 이동 중 Lerp 비활성화로 진동 제거, 플레이어는 Lerp로 부드러운 보정. 100ms 주기 + 강제 브로드캐스트(C_MOVE 수신 즉시)로 초기 동기화 보장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