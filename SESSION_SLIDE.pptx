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64008" cy="822960"/>
          </a:xfrm>
          <a:prstGeom prst="rect">
            <a:avLst/>
          </a:prstGeom>
          <a:solidFill>
            <a:srgbClr val="2B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맑은 고딕"/>
              </a:rPr>
              <a:t>세션 생성 및 연결 초기화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1323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GW2_ServerCore  —  IOCP 기반 비동기 Accept → Session 활성화 → 패킷 수신 루프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1051560"/>
            <a:ext cx="11548872" cy="0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0040" y="1170432"/>
            <a:ext cx="54864" cy="7863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4904" y="1170432"/>
            <a:ext cx="5522976" cy="786384"/>
          </a:xfrm>
          <a:prstGeom prst="rect">
            <a:avLst/>
          </a:prstGeom>
          <a:solidFill>
            <a:srgbClr val="EAF3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21615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472C4"/>
                </a:solidFill>
                <a:latin typeface="맑은 고딕"/>
              </a:rPr>
              <a:t>①  ServerService::Start()  —  Listener 초기화 &amp; AcceptEx 등록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1435608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맑은 고딕"/>
              </a:rPr>
              <a:t>Listener::StartAccept()  →  소켓 생성  →  IOCP 등록  →  Bind + Listen
maxSessionCount 개수만큼 AcceptEvent 생성 + AcceptEx 비동기 선점 등록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11680"/>
            <a:ext cx="54864" cy="78638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4" y="2011680"/>
            <a:ext cx="5522976" cy="786384"/>
          </a:xfrm>
          <a:prstGeom prst="rect">
            <a:avLst/>
          </a:prstGeom>
          <a:solidFill>
            <a:srgbClr val="EAFFF0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" y="205740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70AD47"/>
                </a:solidFill>
                <a:latin typeface="맑은 고딕"/>
              </a:rPr>
              <a:t>②  ProcessAccept()  —  연결 수락 &amp; 다음 대기 즉시 재등록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2276856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맑은 고딕"/>
              </a:rPr>
              <a:t>IOCP 완료 통지  →  SetUpdateAcceptSocket()  →  getpeername()로 클라이언트 주소 획득
session-&gt;ProcessConnect()  →  즉시 RegisterAccept() 재등록 (연속 Accept 대기 유지)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852928"/>
            <a:ext cx="54864" cy="786384"/>
          </a:xfrm>
          <a:prstGeom prst="rect">
            <a:avLst/>
          </a:prstGeom>
          <a:solidFill>
            <a:srgbClr val="F0C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4" y="2852928"/>
            <a:ext cx="5522976" cy="786384"/>
          </a:xfrm>
          <a:prstGeom prst="rect">
            <a:avLst/>
          </a:prstGeom>
          <a:solidFill>
            <a:srgbClr val="FFFBCC"/>
          </a:solidFill>
          <a:ln w="6350">
            <a:solidFill>
              <a:srgbClr val="F0C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" y="28986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0C030"/>
                </a:solidFill>
                <a:latin typeface="맑은 고딕"/>
              </a:rPr>
              <a:t>③  ProcessConnect()  —  세션 활성화 &amp; 수신 루프 시작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" y="3118104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맑은 고딕"/>
              </a:rPr>
              <a:t>_connected.store(true)  →  Service::AddSession()  →  OnConnected() 가상함수 호출
GameSession::OnConnected()  →  GSessionManager.Add()  →  RegisterRecv() 수신 루프 진입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94176"/>
            <a:ext cx="54864" cy="78638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4904" y="3694176"/>
            <a:ext cx="5522976" cy="786384"/>
          </a:xfrm>
          <a:prstGeom prst="rect">
            <a:avLst/>
          </a:prstGeom>
          <a:solidFill>
            <a:srgbClr val="FFF0E0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373989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67E22"/>
                </a:solidFill>
                <a:latin typeface="맑은 고딕"/>
              </a:rPr>
              <a:t>④  PacketSession 수신 루프  —  스트림 → 패킷 경계 분리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" y="395935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맑은 고딕"/>
              </a:rPr>
              <a:t>WSARecv 완료 → ProcessRecv() → RecvBuffer.OnWrite() → PacketSession::OnRecv() 파싱
[size(2)][id(2)][data...] 헤더 검증 → OnRecvPacket() → HandlePacket() → RegisterRecv() 재등록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535424"/>
            <a:ext cx="5577840" cy="621792"/>
          </a:xfrm>
          <a:prstGeom prst="rect">
            <a:avLst/>
          </a:prstGeom>
          <a:solidFill>
            <a:srgbClr val="F6F8FA"/>
          </a:solidFill>
          <a:ln w="1524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626864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IocpObject  ←  Session (RecvBuffer 64KB · SendQueue)  ←  PacketSession (헤더 파싱 sealed)  ←  GameSession
Service  ←  ServerService (Listener 보유)  /  ClientService (RegisterConnect 직접 호출)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1170432"/>
            <a:ext cx="5815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주요 클래스 역할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053328" y="1444752"/>
          <a:ext cx="5815584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398264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2E"/>
                          </a:solidFill>
                          <a:latin typeface="맑은 고딕"/>
                        </a:rPr>
                        <a:t>클래스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2E"/>
                          </a:solidFill>
                          <a:latin typeface="맑은 고딕"/>
                        </a:rPr>
                        <a:t>역할 및 책임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IocpCore</a:t>
                      </a:r>
                    </a:p>
                  </a:txBody>
                  <a:tcPr>
                    <a:solidFill>
                      <a:srgbClr val="DBEA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IOCP 핸들 생성·관리  Register() / Dispatch()
Worker Thread 루프의 핵심</a:t>
                      </a:r>
                    </a:p>
                  </a:txBody>
                  <a:tcPr>
                    <a:solidFill>
                      <a:srgbClr val="DBEA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Listener</a:t>
                      </a:r>
                    </a:p>
                  </a:txBody>
                  <a:tcPr>
                    <a:solidFill>
                      <a:srgbClr val="DBF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AcceptEx 루프 유지  선점형 세션 소켓 할당
maxSessionCount 개수만큼 동시 수락 대기</a:t>
                      </a:r>
                    </a:p>
                  </a:txBody>
                  <a:tcPr>
                    <a:solidFill>
                      <a:srgbClr val="DBFFE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Session</a:t>
                      </a:r>
                    </a:p>
                  </a:txBody>
                  <a:tcPr>
                    <a:solidFill>
                      <a:srgbClr val="FFFB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RecvBuffer(64KB) · SendQueue 관리
4종 IocpEvent (Connect/Recv/Send/Disconnect)</a:t>
                      </a:r>
                    </a:p>
                  </a:txBody>
                  <a:tcPr>
                    <a:solidFill>
                      <a:srgbClr val="FFFBC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PacketSession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[size|id|data] 스트림 → 패킷 분리 (OnRecv sealed)
OnRecvPacket() 순수 가상 → GameSession 구현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GameSession</a:t>
                      </a:r>
                    </a:p>
                  </a:txBody>
                  <a:tcPr>
                    <a:solidFill>
                      <a:srgbClr val="FF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OnConnected → GSessionManager 등록
_currentPlayer(atomic) · Room weak_ptr 보유</a:t>
                      </a:r>
                    </a:p>
                  </a:txBody>
                  <a:tcPr>
                    <a:solidFill>
                      <a:srgbClr val="FFE8E8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6053328" y="4041648"/>
            <a:ext cx="5815584" cy="950976"/>
          </a:xfrm>
          <a:prstGeom prst="rect">
            <a:avLst/>
          </a:prstGeom>
          <a:solidFill>
            <a:srgbClr val="F6F8FA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4768" y="4096512"/>
            <a:ext cx="5632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472C4"/>
                </a:solidFill>
                <a:latin typeface="맑은 고딕"/>
              </a:rPr>
              <a:t>Send 메커니즘  —  Scatter-Gather + 중복 등록 방지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4334256"/>
            <a:ext cx="56327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Send()  WRITE_LOCK  →  _sendQueue.push()  →  _sendRegistered.exchange(false) 이면 RegisterSend()
RegisterSend()  →  큐 전체 drain  →  Scatter-Gather WSASend (여러 버퍼 1회 시스템 콜)
ProcessSend()  →  큐 잔여 있으면 RegisterSend() 재호출 · 없으면 _sendRegistered=false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53328" y="5074920"/>
            <a:ext cx="5815584" cy="731520"/>
          </a:xfrm>
          <a:prstGeom prst="rect">
            <a:avLst/>
          </a:prstGeom>
          <a:solidFill>
            <a:srgbClr val="FFFBCC"/>
          </a:solidFill>
          <a:ln w="15240">
            <a:solidFill>
              <a:srgbClr val="F0C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5129784"/>
            <a:ext cx="5632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0C030"/>
                </a:solidFill>
                <a:latin typeface="맑은 고딕"/>
              </a:rPr>
              <a:t>연결 해제  —  Atomic 플래그로 중복 해제 방지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367528"/>
            <a:ext cx="56327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Disconnect()  _connected.exchange(false) 로 단 1회만 실행 보장  →  RegisterDisconnect()
ProcessDisconnect()  →  OnDisconnected()  →  GSessionManager.Remove()  →  ReleaseSession()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6053328"/>
            <a:ext cx="11548872" cy="594360"/>
          </a:xfrm>
          <a:prstGeom prst="rect">
            <a:avLst/>
          </a:prstGeom>
          <a:solidFill>
            <a:srgbClr val="EFF4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6053328"/>
            <a:ext cx="96012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" y="6172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6117336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AcceptEx 선점 등록으로 Accept 완료 즉시 다음 대기 재등록 → 연결 공백 제거. SendQueue + Scatter-Gather로 중복 WSASend 방지. ProcessConnect() 안에서 OnConnected() → RegisterRecv() 순서를 보장해 수신 전 세션 등록 완결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